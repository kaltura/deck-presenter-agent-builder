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nvSpPr>
          <p:nvPr>
            <p:ph type="sldNum"/>
          </p:nvPr>
        </p:nvSpPr>
        <p:txBody>
          <a:p>
            <a:r>
              <a:t>1</a:t>
            </a:r>
          </a:p>
        </p:txBody>
      </p:sp>
      <p:sp>
        <p:txBody>
          <a:p>
            <a:r>
              <a:t>Welcome the visitor and introduce &amp; frame Canopy.</a:t>
            </a:r>
          </a:p>
          <a:p>
            <a:r>
              <a:t>Mention the fictional demo disclaimer.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Fictional slide one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Fictional slide two, no notes</a:t>
            </a:r>
          </a:p>
        </p:txBody>
      </p:sp>
    </p:spTree>
  </p:cSld>
</p:sld>
</file>